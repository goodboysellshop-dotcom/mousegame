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C8AE1-2D54-40CB-99C7-03CC26FA8A0D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5B38C-A2F2-4451-8C05-32781E6E3B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22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5B38C-A2F2-4451-8C05-32781E6E3B3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755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6F880-FCAB-4909-2B8C-6E381ECB3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052873-AA83-F082-029E-19F311461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9FF40D-B5FC-90FE-1E06-BA300C38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624488-E1CF-BDD5-9204-4E5F9EB8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1F64A4-9123-9108-4931-D169801B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00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D13BE-8FBD-A4D0-1F00-8CC3961F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84271C-7853-657C-07C1-61A12BD0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C05CBA-EEEB-DBCA-F957-FF8734C0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86EFAB-0699-AE83-021A-63330B16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0F3212-08B3-35AB-05D3-D4DC92B6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43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81459-7FCF-9AF2-678D-4A4AF2D3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5C055D-7BE4-851A-2479-97230AD0F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DA2F01-F660-0A60-B560-660E0BED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862F08-4646-ED53-090D-F34CD8C1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03541-EFD6-EC83-5E45-291DACBD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02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8A3EA-A9D4-9535-73EF-4316BE2A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5A34DC-BB24-9FEB-2D4C-659EA9DD0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FB9BD0-65FC-D0DB-713D-BB2C16EEF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24E7EC-FB5A-1808-220D-969F80DE9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F63255-3AF0-1B24-6E99-F2D36998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11AB83-FA39-8105-62CD-BB0E6B4A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32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B87C47-C8EC-4E5E-AB02-F0BE55AC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76EFAA-C68C-B0B2-BFED-EDD7B4A7A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3BCCA4-040F-CE90-332C-4BDAFA7A1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2B31163-DFE1-B745-6A66-289D1BFA9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7AA20A-9EB8-CF74-750C-FAD62F508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3C8F31-08D9-7061-4776-4BFD83F9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FBBF7C-1D3D-0391-B3A1-9EBAC378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26FC91-CBE7-F82F-A018-5E704E50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7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D9A74-849E-7823-4CDA-7A115582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0AA48A9-1746-55A1-0E95-5E73D85C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EA1D91-F12D-E241-2A18-31968358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E77FF5-0DBA-495F-86DD-DD6A5276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31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7EA142-D04A-EF53-3F28-C9F31D50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2C138C-F272-909C-8AE7-7B791C87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B52561-7840-B805-70DE-8B1DEA89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62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0EF70-AFF2-CE7E-B54B-D0D8B280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C7301A-C684-CA92-8234-20B70DB3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E07C29-C33A-5919-39EC-12A608F20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FB57DB-5C9F-BAE7-3902-62664835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EF83E0-5D94-CB0B-0CC6-FE2A5803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CC565A-7C12-C405-3B1E-3E0F4D99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5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E9D4A-18A3-2CD1-45E8-9685FC7B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7BDB0CE-8521-A3FD-77AD-AE4D6E821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70BEDE-BF18-AD5F-EADC-10BA1BB14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2B2DE8-4903-C24E-5C1C-28ACA51F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9785A4-C241-2F3E-53A6-158297266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A1B24F-3E9E-6F59-00EE-E8D4F12A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28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C38B1-A1A6-D17F-81B9-83611244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BB709B-96F5-3234-CC0D-A38F4CE4A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49F015-C771-4336-8D39-FE623604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1A2CB-5743-04C6-DB5C-8CDB7F7D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A4BDD8-F5F3-6098-2F9B-15872BE1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29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1F2947F-19CF-A43D-32AD-ECF0C9D12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A05131-DA5C-6965-83D3-258B15007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D1AB0C-F47F-091F-1E48-8AE47169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88C031-AF80-388A-8468-F1294048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34CC99-594F-88B0-6548-C02423E9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37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EFAEA-496F-AA26-03FF-83188F40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2B3A3F-CDCE-798F-2393-3C7D0597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8CC9A0-69F3-E4CC-98D8-48695DDCA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FBD6D-E88A-4F80-94B0-FC0873C5CC91}" type="datetimeFigureOut">
              <a:rPr lang="ru-RU" smtClean="0"/>
              <a:t>31.12.2025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3D566A-4D20-5E3C-73F5-249844DBE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3F28F-17D6-3A48-2C29-5039507B3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D8C51-B51E-416C-9EEE-21A40D469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5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0983AD8-9251-D9C4-93A3-5BE21D3C2CE0}"/>
              </a:ext>
            </a:extLst>
          </p:cNvPr>
          <p:cNvSpPr/>
          <p:nvPr/>
        </p:nvSpPr>
        <p:spPr>
          <a:xfrm>
            <a:off x="0" y="5801557"/>
            <a:ext cx="2050742" cy="10564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F8095-C257-0500-DCA3-1EF2FE7EEFBE}"/>
              </a:ext>
            </a:extLst>
          </p:cNvPr>
          <p:cNvSpPr txBox="1"/>
          <p:nvPr/>
        </p:nvSpPr>
        <p:spPr>
          <a:xfrm rot="1446331">
            <a:off x="3021050" y="4951974"/>
            <a:ext cx="134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pperplate Gothic Bold" panose="020E0705020206020404" pitchFamily="34" charset="0"/>
              </a:rPr>
              <a:t>start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732DC-0A23-FD9B-5022-C4A9ABBE1884}"/>
              </a:ext>
            </a:extLst>
          </p:cNvPr>
          <p:cNvSpPr txBox="1"/>
          <p:nvPr/>
        </p:nvSpPr>
        <p:spPr>
          <a:xfrm>
            <a:off x="2778711" y="2612604"/>
            <a:ext cx="3994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Bauhaus 93" panose="04030905020B02020C02" pitchFamily="82" charset="0"/>
              </a:rPr>
              <a:t>Mouse game</a:t>
            </a:r>
            <a:endParaRPr lang="ru-RU" sz="48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F690A-1C84-9D60-06F7-CB4944F8D6DB}"/>
              </a:ext>
            </a:extLst>
          </p:cNvPr>
          <p:cNvSpPr txBox="1"/>
          <p:nvPr/>
        </p:nvSpPr>
        <p:spPr>
          <a:xfrm>
            <a:off x="3852908" y="3443251"/>
            <a:ext cx="271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Broadway" panose="04040905080B02020502" pitchFamily="82" charset="0"/>
              </a:rPr>
              <a:t>Power Point Edition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ADDF836-1ACA-7F3B-1771-2EF6E707DBEF}"/>
              </a:ext>
            </a:extLst>
          </p:cNvPr>
          <p:cNvSpPr/>
          <p:nvPr/>
        </p:nvSpPr>
        <p:spPr>
          <a:xfrm>
            <a:off x="1926453" y="0"/>
            <a:ext cx="10265547" cy="25552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33DB304-26AB-6857-7B07-DA94483E253D}"/>
              </a:ext>
            </a:extLst>
          </p:cNvPr>
          <p:cNvSpPr/>
          <p:nvPr/>
        </p:nvSpPr>
        <p:spPr>
          <a:xfrm>
            <a:off x="6871316" y="2775180"/>
            <a:ext cx="5007006" cy="236146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913DC64-1031-DC24-05E9-A0028F83D884}"/>
              </a:ext>
            </a:extLst>
          </p:cNvPr>
          <p:cNvSpPr/>
          <p:nvPr/>
        </p:nvSpPr>
        <p:spPr>
          <a:xfrm>
            <a:off x="0" y="2675099"/>
            <a:ext cx="2272683" cy="16216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B74A83B5-C56B-F008-D6E9-49BC6B4C452F}"/>
              </a:ext>
            </a:extLst>
          </p:cNvPr>
          <p:cNvSpPr/>
          <p:nvPr/>
        </p:nvSpPr>
        <p:spPr>
          <a:xfrm rot="3682478">
            <a:off x="2096453" y="4869006"/>
            <a:ext cx="1127461" cy="1056443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FBDF8968-7244-812C-AC1E-AFC25CA52D05}"/>
              </a:ext>
            </a:extLst>
          </p:cNvPr>
          <p:cNvSpPr/>
          <p:nvPr/>
        </p:nvSpPr>
        <p:spPr>
          <a:xfrm>
            <a:off x="-26633" y="4509856"/>
            <a:ext cx="4413673" cy="2379249"/>
          </a:xfrm>
          <a:custGeom>
            <a:avLst/>
            <a:gdLst>
              <a:gd name="connsiteX0" fmla="*/ 0 w 4465921"/>
              <a:gd name="connsiteY0" fmla="*/ 852257 h 2379249"/>
              <a:gd name="connsiteX1" fmla="*/ 115410 w 4465921"/>
              <a:gd name="connsiteY1" fmla="*/ 834501 h 2379249"/>
              <a:gd name="connsiteX2" fmla="*/ 168676 w 4465921"/>
              <a:gd name="connsiteY2" fmla="*/ 807868 h 2379249"/>
              <a:gd name="connsiteX3" fmla="*/ 195309 w 4465921"/>
              <a:gd name="connsiteY3" fmla="*/ 798991 h 2379249"/>
              <a:gd name="connsiteX4" fmla="*/ 239697 w 4465921"/>
              <a:gd name="connsiteY4" fmla="*/ 781235 h 2379249"/>
              <a:gd name="connsiteX5" fmla="*/ 355107 w 4465921"/>
              <a:gd name="connsiteY5" fmla="*/ 701336 h 2379249"/>
              <a:gd name="connsiteX6" fmla="*/ 399495 w 4465921"/>
              <a:gd name="connsiteY6" fmla="*/ 665826 h 2379249"/>
              <a:gd name="connsiteX7" fmla="*/ 452761 w 4465921"/>
              <a:gd name="connsiteY7" fmla="*/ 630315 h 2379249"/>
              <a:gd name="connsiteX8" fmla="*/ 648070 w 4465921"/>
              <a:gd name="connsiteY8" fmla="*/ 488272 h 2379249"/>
              <a:gd name="connsiteX9" fmla="*/ 772357 w 4465921"/>
              <a:gd name="connsiteY9" fmla="*/ 435006 h 2379249"/>
              <a:gd name="connsiteX10" fmla="*/ 798990 w 4465921"/>
              <a:gd name="connsiteY10" fmla="*/ 417251 h 2379249"/>
              <a:gd name="connsiteX11" fmla="*/ 861134 w 4465921"/>
              <a:gd name="connsiteY11" fmla="*/ 390618 h 2379249"/>
              <a:gd name="connsiteX12" fmla="*/ 1012054 w 4465921"/>
              <a:gd name="connsiteY12" fmla="*/ 337352 h 2379249"/>
              <a:gd name="connsiteX13" fmla="*/ 1100831 w 4465921"/>
              <a:gd name="connsiteY13" fmla="*/ 310719 h 2379249"/>
              <a:gd name="connsiteX14" fmla="*/ 1207363 w 4465921"/>
              <a:gd name="connsiteY14" fmla="*/ 275208 h 2379249"/>
              <a:gd name="connsiteX15" fmla="*/ 1411550 w 4465921"/>
              <a:gd name="connsiteY15" fmla="*/ 248575 h 2379249"/>
              <a:gd name="connsiteX16" fmla="*/ 1518082 w 4465921"/>
              <a:gd name="connsiteY16" fmla="*/ 230820 h 2379249"/>
              <a:gd name="connsiteX17" fmla="*/ 1606858 w 4465921"/>
              <a:gd name="connsiteY17" fmla="*/ 195309 h 2379249"/>
              <a:gd name="connsiteX18" fmla="*/ 1775534 w 4465921"/>
              <a:gd name="connsiteY18" fmla="*/ 142043 h 2379249"/>
              <a:gd name="connsiteX19" fmla="*/ 2006353 w 4465921"/>
              <a:gd name="connsiteY19" fmla="*/ 97655 h 2379249"/>
              <a:gd name="connsiteX20" fmla="*/ 2112885 w 4465921"/>
              <a:gd name="connsiteY20" fmla="*/ 88777 h 2379249"/>
              <a:gd name="connsiteX21" fmla="*/ 2254928 w 4465921"/>
              <a:gd name="connsiteY21" fmla="*/ 71022 h 2379249"/>
              <a:gd name="connsiteX22" fmla="*/ 2867487 w 4465921"/>
              <a:gd name="connsiteY22" fmla="*/ 44389 h 2379249"/>
              <a:gd name="connsiteX23" fmla="*/ 3027285 w 4465921"/>
              <a:gd name="connsiteY23" fmla="*/ 8878 h 2379249"/>
              <a:gd name="connsiteX24" fmla="*/ 3160450 w 4465921"/>
              <a:gd name="connsiteY24" fmla="*/ 0 h 2379249"/>
              <a:gd name="connsiteX25" fmla="*/ 3338004 w 4465921"/>
              <a:gd name="connsiteY25" fmla="*/ 8878 h 2379249"/>
              <a:gd name="connsiteX26" fmla="*/ 3595456 w 4465921"/>
              <a:gd name="connsiteY26" fmla="*/ 62144 h 2379249"/>
              <a:gd name="connsiteX27" fmla="*/ 3710866 w 4465921"/>
              <a:gd name="connsiteY27" fmla="*/ 106532 h 2379249"/>
              <a:gd name="connsiteX28" fmla="*/ 3861786 w 4465921"/>
              <a:gd name="connsiteY28" fmla="*/ 204187 h 2379249"/>
              <a:gd name="connsiteX29" fmla="*/ 3977196 w 4465921"/>
              <a:gd name="connsiteY29" fmla="*/ 275208 h 2379249"/>
              <a:gd name="connsiteX30" fmla="*/ 4057095 w 4465921"/>
              <a:gd name="connsiteY30" fmla="*/ 363985 h 2379249"/>
              <a:gd name="connsiteX31" fmla="*/ 4145872 w 4465921"/>
              <a:gd name="connsiteY31" fmla="*/ 470517 h 2379249"/>
              <a:gd name="connsiteX32" fmla="*/ 4287915 w 4465921"/>
              <a:gd name="connsiteY32" fmla="*/ 621437 h 2379249"/>
              <a:gd name="connsiteX33" fmla="*/ 4323425 w 4465921"/>
              <a:gd name="connsiteY33" fmla="*/ 683581 h 2379249"/>
              <a:gd name="connsiteX34" fmla="*/ 4394447 w 4465921"/>
              <a:gd name="connsiteY34" fmla="*/ 790113 h 2379249"/>
              <a:gd name="connsiteX35" fmla="*/ 4412202 w 4465921"/>
              <a:gd name="connsiteY35" fmla="*/ 861134 h 2379249"/>
              <a:gd name="connsiteX36" fmla="*/ 4438835 w 4465921"/>
              <a:gd name="connsiteY36" fmla="*/ 941033 h 2379249"/>
              <a:gd name="connsiteX37" fmla="*/ 4456590 w 4465921"/>
              <a:gd name="connsiteY37" fmla="*/ 1029810 h 2379249"/>
              <a:gd name="connsiteX38" fmla="*/ 4421080 w 4465921"/>
              <a:gd name="connsiteY38" fmla="*/ 1518082 h 2379249"/>
              <a:gd name="connsiteX39" fmla="*/ 4323425 w 4465921"/>
              <a:gd name="connsiteY39" fmla="*/ 1713391 h 2379249"/>
              <a:gd name="connsiteX40" fmla="*/ 4296792 w 4465921"/>
              <a:gd name="connsiteY40" fmla="*/ 1802167 h 2379249"/>
              <a:gd name="connsiteX41" fmla="*/ 4279037 w 4465921"/>
              <a:gd name="connsiteY41" fmla="*/ 1873189 h 2379249"/>
              <a:gd name="connsiteX42" fmla="*/ 4270159 w 4465921"/>
              <a:gd name="connsiteY42" fmla="*/ 1899822 h 2379249"/>
              <a:gd name="connsiteX43" fmla="*/ 4234649 w 4465921"/>
              <a:gd name="connsiteY43" fmla="*/ 1935332 h 2379249"/>
              <a:gd name="connsiteX44" fmla="*/ 4208016 w 4465921"/>
              <a:gd name="connsiteY44" fmla="*/ 1970843 h 2379249"/>
              <a:gd name="connsiteX45" fmla="*/ 4199138 w 4465921"/>
              <a:gd name="connsiteY45" fmla="*/ 2015231 h 2379249"/>
              <a:gd name="connsiteX46" fmla="*/ 4190260 w 4465921"/>
              <a:gd name="connsiteY46" fmla="*/ 2095130 h 2379249"/>
              <a:gd name="connsiteX47" fmla="*/ 4128116 w 4465921"/>
              <a:gd name="connsiteY47" fmla="*/ 2175029 h 2379249"/>
              <a:gd name="connsiteX48" fmla="*/ 4101483 w 4465921"/>
              <a:gd name="connsiteY48" fmla="*/ 2228295 h 2379249"/>
              <a:gd name="connsiteX49" fmla="*/ 4083728 w 4465921"/>
              <a:gd name="connsiteY49" fmla="*/ 2246051 h 2379249"/>
              <a:gd name="connsiteX50" fmla="*/ 4021584 w 4465921"/>
              <a:gd name="connsiteY50" fmla="*/ 2290439 h 2379249"/>
              <a:gd name="connsiteX51" fmla="*/ 3959441 w 4465921"/>
              <a:gd name="connsiteY51" fmla="*/ 2352583 h 2379249"/>
              <a:gd name="connsiteX52" fmla="*/ 3923930 w 4465921"/>
              <a:gd name="connsiteY52" fmla="*/ 2379216 h 237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465921" h="2379249">
                <a:moveTo>
                  <a:pt x="0" y="852257"/>
                </a:moveTo>
                <a:cubicBezTo>
                  <a:pt x="21887" y="849825"/>
                  <a:pt x="85838" y="846330"/>
                  <a:pt x="115410" y="834501"/>
                </a:cubicBezTo>
                <a:cubicBezTo>
                  <a:pt x="133841" y="827128"/>
                  <a:pt x="150536" y="815930"/>
                  <a:pt x="168676" y="807868"/>
                </a:cubicBezTo>
                <a:cubicBezTo>
                  <a:pt x="177227" y="804067"/>
                  <a:pt x="186547" y="802277"/>
                  <a:pt x="195309" y="798991"/>
                </a:cubicBezTo>
                <a:cubicBezTo>
                  <a:pt x="210230" y="793396"/>
                  <a:pt x="224901" y="787154"/>
                  <a:pt x="239697" y="781235"/>
                </a:cubicBezTo>
                <a:cubicBezTo>
                  <a:pt x="326943" y="693989"/>
                  <a:pt x="156029" y="860596"/>
                  <a:pt x="355107" y="701336"/>
                </a:cubicBezTo>
                <a:cubicBezTo>
                  <a:pt x="369903" y="689499"/>
                  <a:pt x="384171" y="676971"/>
                  <a:pt x="399495" y="665826"/>
                </a:cubicBezTo>
                <a:cubicBezTo>
                  <a:pt x="416753" y="653275"/>
                  <a:pt x="435810" y="643278"/>
                  <a:pt x="452761" y="630315"/>
                </a:cubicBezTo>
                <a:cubicBezTo>
                  <a:pt x="553658" y="553159"/>
                  <a:pt x="539354" y="548066"/>
                  <a:pt x="648070" y="488272"/>
                </a:cubicBezTo>
                <a:cubicBezTo>
                  <a:pt x="804436" y="402270"/>
                  <a:pt x="667061" y="487653"/>
                  <a:pt x="772357" y="435006"/>
                </a:cubicBezTo>
                <a:cubicBezTo>
                  <a:pt x="781900" y="430234"/>
                  <a:pt x="789447" y="422023"/>
                  <a:pt x="798990" y="417251"/>
                </a:cubicBezTo>
                <a:cubicBezTo>
                  <a:pt x="819148" y="407172"/>
                  <a:pt x="840209" y="398988"/>
                  <a:pt x="861134" y="390618"/>
                </a:cubicBezTo>
                <a:cubicBezTo>
                  <a:pt x="910063" y="371046"/>
                  <a:pt x="961886" y="353195"/>
                  <a:pt x="1012054" y="337352"/>
                </a:cubicBezTo>
                <a:cubicBezTo>
                  <a:pt x="1041515" y="328048"/>
                  <a:pt x="1071390" y="320087"/>
                  <a:pt x="1100831" y="310719"/>
                </a:cubicBezTo>
                <a:cubicBezTo>
                  <a:pt x="1136500" y="299370"/>
                  <a:pt x="1171144" y="284657"/>
                  <a:pt x="1207363" y="275208"/>
                </a:cubicBezTo>
                <a:cubicBezTo>
                  <a:pt x="1302576" y="250370"/>
                  <a:pt x="1312436" y="260964"/>
                  <a:pt x="1411550" y="248575"/>
                </a:cubicBezTo>
                <a:cubicBezTo>
                  <a:pt x="1447272" y="244110"/>
                  <a:pt x="1482571" y="236738"/>
                  <a:pt x="1518082" y="230820"/>
                </a:cubicBezTo>
                <a:cubicBezTo>
                  <a:pt x="1547674" y="218983"/>
                  <a:pt x="1576952" y="206327"/>
                  <a:pt x="1606858" y="195309"/>
                </a:cubicBezTo>
                <a:cubicBezTo>
                  <a:pt x="1639332" y="183345"/>
                  <a:pt x="1744315" y="149848"/>
                  <a:pt x="1775534" y="142043"/>
                </a:cubicBezTo>
                <a:cubicBezTo>
                  <a:pt x="1831271" y="128109"/>
                  <a:pt x="1946184" y="105176"/>
                  <a:pt x="2006353" y="97655"/>
                </a:cubicBezTo>
                <a:cubicBezTo>
                  <a:pt x="2041712" y="93235"/>
                  <a:pt x="2077454" y="92573"/>
                  <a:pt x="2112885" y="88777"/>
                </a:cubicBezTo>
                <a:cubicBezTo>
                  <a:pt x="2160330" y="83694"/>
                  <a:pt x="2207329" y="74362"/>
                  <a:pt x="2254928" y="71022"/>
                </a:cubicBezTo>
                <a:cubicBezTo>
                  <a:pt x="2424375" y="59131"/>
                  <a:pt x="2686822" y="50841"/>
                  <a:pt x="2867487" y="44389"/>
                </a:cubicBezTo>
                <a:cubicBezTo>
                  <a:pt x="2931261" y="26167"/>
                  <a:pt x="2954785" y="17243"/>
                  <a:pt x="3027285" y="8878"/>
                </a:cubicBezTo>
                <a:cubicBezTo>
                  <a:pt x="3071479" y="3779"/>
                  <a:pt x="3116062" y="2959"/>
                  <a:pt x="3160450" y="0"/>
                </a:cubicBezTo>
                <a:cubicBezTo>
                  <a:pt x="3219635" y="2959"/>
                  <a:pt x="3279071" y="2674"/>
                  <a:pt x="3338004" y="8878"/>
                </a:cubicBezTo>
                <a:cubicBezTo>
                  <a:pt x="3415412" y="17026"/>
                  <a:pt x="3517976" y="36318"/>
                  <a:pt x="3595456" y="62144"/>
                </a:cubicBezTo>
                <a:cubicBezTo>
                  <a:pt x="3634558" y="75178"/>
                  <a:pt x="3674498" y="87136"/>
                  <a:pt x="3710866" y="106532"/>
                </a:cubicBezTo>
                <a:cubicBezTo>
                  <a:pt x="3763736" y="134730"/>
                  <a:pt x="3813850" y="168235"/>
                  <a:pt x="3861786" y="204187"/>
                </a:cubicBezTo>
                <a:cubicBezTo>
                  <a:pt x="3945557" y="267014"/>
                  <a:pt x="3905332" y="246463"/>
                  <a:pt x="3977196" y="275208"/>
                </a:cubicBezTo>
                <a:cubicBezTo>
                  <a:pt x="4034558" y="370810"/>
                  <a:pt x="3965342" y="266497"/>
                  <a:pt x="4057095" y="363985"/>
                </a:cubicBezTo>
                <a:cubicBezTo>
                  <a:pt x="4088776" y="397646"/>
                  <a:pt x="4110361" y="440925"/>
                  <a:pt x="4145872" y="470517"/>
                </a:cubicBezTo>
                <a:cubicBezTo>
                  <a:pt x="4203576" y="518603"/>
                  <a:pt x="4246488" y="548938"/>
                  <a:pt x="4287915" y="621437"/>
                </a:cubicBezTo>
                <a:cubicBezTo>
                  <a:pt x="4299752" y="642152"/>
                  <a:pt x="4310685" y="663409"/>
                  <a:pt x="4323425" y="683581"/>
                </a:cubicBezTo>
                <a:cubicBezTo>
                  <a:pt x="4346215" y="719665"/>
                  <a:pt x="4394447" y="790113"/>
                  <a:pt x="4394447" y="790113"/>
                </a:cubicBezTo>
                <a:cubicBezTo>
                  <a:pt x="4400365" y="813787"/>
                  <a:pt x="4405317" y="837723"/>
                  <a:pt x="4412202" y="861134"/>
                </a:cubicBezTo>
                <a:cubicBezTo>
                  <a:pt x="4420123" y="888067"/>
                  <a:pt x="4431691" y="913884"/>
                  <a:pt x="4438835" y="941033"/>
                </a:cubicBezTo>
                <a:cubicBezTo>
                  <a:pt x="4446515" y="970218"/>
                  <a:pt x="4450672" y="1000218"/>
                  <a:pt x="4456590" y="1029810"/>
                </a:cubicBezTo>
                <a:cubicBezTo>
                  <a:pt x="4466809" y="1223957"/>
                  <a:pt x="4481452" y="1299236"/>
                  <a:pt x="4421080" y="1518082"/>
                </a:cubicBezTo>
                <a:cubicBezTo>
                  <a:pt x="4401724" y="1588249"/>
                  <a:pt x="4350457" y="1645809"/>
                  <a:pt x="4323425" y="1713391"/>
                </a:cubicBezTo>
                <a:cubicBezTo>
                  <a:pt x="4295458" y="1783309"/>
                  <a:pt x="4313159" y="1731244"/>
                  <a:pt x="4296792" y="1802167"/>
                </a:cubicBezTo>
                <a:cubicBezTo>
                  <a:pt x="4291305" y="1825945"/>
                  <a:pt x="4285458" y="1849646"/>
                  <a:pt x="4279037" y="1873189"/>
                </a:cubicBezTo>
                <a:cubicBezTo>
                  <a:pt x="4276575" y="1882217"/>
                  <a:pt x="4275598" y="1892207"/>
                  <a:pt x="4270159" y="1899822"/>
                </a:cubicBezTo>
                <a:cubicBezTo>
                  <a:pt x="4260429" y="1913444"/>
                  <a:pt x="4245672" y="1922734"/>
                  <a:pt x="4234649" y="1935332"/>
                </a:cubicBezTo>
                <a:cubicBezTo>
                  <a:pt x="4224906" y="1946467"/>
                  <a:pt x="4216894" y="1959006"/>
                  <a:pt x="4208016" y="1970843"/>
                </a:cubicBezTo>
                <a:cubicBezTo>
                  <a:pt x="4205057" y="1985639"/>
                  <a:pt x="4201272" y="2000294"/>
                  <a:pt x="4199138" y="2015231"/>
                </a:cubicBezTo>
                <a:cubicBezTo>
                  <a:pt x="4195348" y="2041759"/>
                  <a:pt x="4201143" y="2070643"/>
                  <a:pt x="4190260" y="2095130"/>
                </a:cubicBezTo>
                <a:cubicBezTo>
                  <a:pt x="4176557" y="2125962"/>
                  <a:pt x="4143205" y="2144851"/>
                  <a:pt x="4128116" y="2175029"/>
                </a:cubicBezTo>
                <a:cubicBezTo>
                  <a:pt x="4119238" y="2192784"/>
                  <a:pt x="4112004" y="2211461"/>
                  <a:pt x="4101483" y="2228295"/>
                </a:cubicBezTo>
                <a:cubicBezTo>
                  <a:pt x="4097047" y="2235393"/>
                  <a:pt x="4090539" y="2241186"/>
                  <a:pt x="4083728" y="2246051"/>
                </a:cubicBezTo>
                <a:cubicBezTo>
                  <a:pt x="4041894" y="2275933"/>
                  <a:pt x="4046821" y="2260996"/>
                  <a:pt x="4021584" y="2290439"/>
                </a:cubicBezTo>
                <a:cubicBezTo>
                  <a:pt x="3931214" y="2395870"/>
                  <a:pt x="4028978" y="2294634"/>
                  <a:pt x="3959441" y="2352583"/>
                </a:cubicBezTo>
                <a:cubicBezTo>
                  <a:pt x="3924971" y="2381309"/>
                  <a:pt x="3946717" y="2379216"/>
                  <a:pt x="3923930" y="2379216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232CC-471A-E9DC-66FD-D93B5895E1B2}"/>
              </a:ext>
            </a:extLst>
          </p:cNvPr>
          <p:cNvSpPr txBox="1"/>
          <p:nvPr/>
        </p:nvSpPr>
        <p:spPr>
          <a:xfrm>
            <a:off x="11805719" y="-57354"/>
            <a:ext cx="156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948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A6164651-2F17-EBA6-C61A-25879B230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295" y="4452152"/>
            <a:ext cx="3268264" cy="2158230"/>
          </a:xfrm>
          <a:prstGeom prst="rect">
            <a:avLst/>
          </a:prstGeom>
        </p:spPr>
      </p:pic>
      <p:pic>
        <p:nvPicPr>
          <p:cNvPr id="7" name="Рисунок 6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38E94A4C-F7C5-377F-E6E3-1FA7C9419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05849"/>
            <a:ext cx="4589327" cy="3385259"/>
          </a:xfrm>
          <a:prstGeom prst="rect">
            <a:avLst/>
          </a:prstGeom>
        </p:spPr>
      </p:pic>
      <p:pic>
        <p:nvPicPr>
          <p:cNvPr id="8" name="Рисунок 7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FF0BC909-78DA-584D-242D-2F53686DC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964" y="2865823"/>
            <a:ext cx="3268764" cy="1132122"/>
          </a:xfrm>
          <a:prstGeom prst="rect">
            <a:avLst/>
          </a:prstGeom>
        </p:spPr>
      </p:pic>
      <p:pic>
        <p:nvPicPr>
          <p:cNvPr id="9" name="Рисунок 8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E12A2EB3-8E33-9B13-CC6D-E33932F7B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0889" y="1028034"/>
            <a:ext cx="4589326" cy="1377815"/>
          </a:xfrm>
          <a:prstGeom prst="rect">
            <a:avLst/>
          </a:prstGeom>
        </p:spPr>
      </p:pic>
      <p:pic>
        <p:nvPicPr>
          <p:cNvPr id="10" name="Рисунок 9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D4DB0CA7-16CB-1E5A-1E1E-4B5625A5F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196" y="3879298"/>
            <a:ext cx="2394082" cy="2978702"/>
          </a:xfrm>
          <a:prstGeom prst="rect">
            <a:avLst/>
          </a:prstGeom>
        </p:spPr>
      </p:pic>
      <p:pic>
        <p:nvPicPr>
          <p:cNvPr id="12" name="Рисунок 11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14CE8DD9-42D5-54B8-20F3-A46D0981E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653885" y="2171067"/>
            <a:ext cx="5305323" cy="3019262"/>
          </a:xfrm>
          <a:prstGeom prst="rect">
            <a:avLst/>
          </a:prstGeom>
        </p:spPr>
      </p:pic>
      <p:pic>
        <p:nvPicPr>
          <p:cNvPr id="13" name="Рисунок 12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E3A6DE8E-F236-ECCA-FE04-6F731C9AF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996" y="-1"/>
            <a:ext cx="10958004" cy="767301"/>
          </a:xfrm>
          <a:prstGeom prst="rect">
            <a:avLst/>
          </a:prstGeom>
        </p:spPr>
      </p:pic>
      <p:pic>
        <p:nvPicPr>
          <p:cNvPr id="14" name="Рисунок 13">
            <a:hlinkHover r:id="" action="ppaction://hlinkshowjump?jump=previousslide"/>
            <a:extLst>
              <a:ext uri="{FF2B5EF4-FFF2-40B4-BE49-F238E27FC236}">
                <a16:creationId xmlns:a16="http://schemas.microsoft.com/office/drawing/2014/main" id="{D6240103-EECD-D2AF-3F3C-A0F8274C3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22" y="767301"/>
            <a:ext cx="3539230" cy="1283442"/>
          </a:xfrm>
          <a:prstGeom prst="rect">
            <a:avLst/>
          </a:prstGeom>
        </p:spPr>
      </p:pic>
      <p:sp>
        <p:nvSpPr>
          <p:cNvPr id="15" name="Прямоугольник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980D567-2882-1C7B-0D90-776A584119A3}"/>
              </a:ext>
            </a:extLst>
          </p:cNvPr>
          <p:cNvSpPr/>
          <p:nvPr/>
        </p:nvSpPr>
        <p:spPr>
          <a:xfrm>
            <a:off x="0" y="-1"/>
            <a:ext cx="834501" cy="616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32B0A-5254-0994-637E-6CF83A2074BC}"/>
              </a:ext>
            </a:extLst>
          </p:cNvPr>
          <p:cNvSpPr txBox="1"/>
          <p:nvPr/>
        </p:nvSpPr>
        <p:spPr>
          <a:xfrm>
            <a:off x="287259" y="6090699"/>
            <a:ext cx="3178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Bernard MT Condensed" panose="02050806060905020404" pitchFamily="18" charset="0"/>
              </a:rPr>
              <a:t>Level 1</a:t>
            </a:r>
            <a:endParaRPr lang="ru-RU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8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A0AAD557-11B3-77AD-70FF-3BB702D8977D}"/>
              </a:ext>
            </a:extLst>
          </p:cNvPr>
          <p:cNvSpPr/>
          <p:nvPr/>
        </p:nvSpPr>
        <p:spPr>
          <a:xfrm>
            <a:off x="794151" y="0"/>
            <a:ext cx="2947387" cy="23525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E7EBEFDE-50D2-E782-0C6D-40471C207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65" y="2352582"/>
            <a:ext cx="3789561" cy="23654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61C95-8441-5A76-6F2D-3B844A1B5BAF}"/>
              </a:ext>
            </a:extLst>
          </p:cNvPr>
          <p:cNvSpPr txBox="1"/>
          <p:nvPr/>
        </p:nvSpPr>
        <p:spPr>
          <a:xfrm>
            <a:off x="0" y="133165"/>
            <a:ext cx="89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Bernard MT Condensed" panose="02050806060905020404" pitchFamily="18" charset="0"/>
              </a:rPr>
              <a:t>Level</a:t>
            </a: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 2</a:t>
            </a:r>
            <a:endParaRPr lang="ru-RU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Рисунок 7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A241C207-4C4F-3E93-97B6-1F7DF077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65" y="4500979"/>
            <a:ext cx="2555566" cy="2067141"/>
          </a:xfrm>
          <a:prstGeom prst="rect">
            <a:avLst/>
          </a:prstGeom>
        </p:spPr>
      </p:pic>
      <p:pic>
        <p:nvPicPr>
          <p:cNvPr id="9" name="Рисунок 8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0C62C769-63D9-801A-6BB5-CA6619A0A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72" y="5078249"/>
            <a:ext cx="3927241" cy="2365453"/>
          </a:xfrm>
          <a:prstGeom prst="rect">
            <a:avLst/>
          </a:prstGeom>
        </p:spPr>
      </p:pic>
      <p:pic>
        <p:nvPicPr>
          <p:cNvPr id="10" name="Рисунок 9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DEF64842-BC43-670B-B12B-546310A65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689" y="2352582"/>
            <a:ext cx="2956816" cy="2911876"/>
          </a:xfrm>
          <a:prstGeom prst="rect">
            <a:avLst/>
          </a:prstGeom>
        </p:spPr>
      </p:pic>
      <p:pic>
        <p:nvPicPr>
          <p:cNvPr id="11" name="Рисунок 10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033E3D9F-8358-D805-474F-BBD073D4B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991" y="678250"/>
            <a:ext cx="2530384" cy="1314118"/>
          </a:xfrm>
          <a:prstGeom prst="rect">
            <a:avLst/>
          </a:prstGeom>
        </p:spPr>
      </p:pic>
      <p:pic>
        <p:nvPicPr>
          <p:cNvPr id="12" name="Рисунок 11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A842346D-6282-3F26-D4B5-4E59E5F0B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689" y="310718"/>
            <a:ext cx="2956816" cy="2732985"/>
          </a:xfrm>
          <a:prstGeom prst="rect">
            <a:avLst/>
          </a:prstGeom>
        </p:spPr>
      </p:pic>
      <p:pic>
        <p:nvPicPr>
          <p:cNvPr id="13" name="Рисунок 12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26749873-939F-9ED7-3FB4-029152E9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704" y="1"/>
            <a:ext cx="949910" cy="318036"/>
          </a:xfrm>
          <a:prstGeom prst="rect">
            <a:avLst/>
          </a:prstGeom>
        </p:spPr>
      </p:pic>
      <p:pic>
        <p:nvPicPr>
          <p:cNvPr id="14" name="Рисунок 13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272E70A0-3213-F21D-D380-C82752941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203" y="-12871"/>
            <a:ext cx="2956816" cy="2365453"/>
          </a:xfrm>
          <a:prstGeom prst="rect">
            <a:avLst/>
          </a:prstGeom>
        </p:spPr>
      </p:pic>
      <p:pic>
        <p:nvPicPr>
          <p:cNvPr id="16" name="Рисунок 15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11B51E60-FEA7-1CA4-02EF-3B280C99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869" y="2352582"/>
            <a:ext cx="69150" cy="1076418"/>
          </a:xfrm>
          <a:prstGeom prst="rect">
            <a:avLst/>
          </a:prstGeom>
        </p:spPr>
      </p:pic>
      <p:pic>
        <p:nvPicPr>
          <p:cNvPr id="17" name="Рисунок 16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B4BF59BA-7F97-0F60-728C-0C53B015A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14" y="2750526"/>
            <a:ext cx="3060457" cy="188992"/>
          </a:xfrm>
          <a:prstGeom prst="rect">
            <a:avLst/>
          </a:prstGeom>
        </p:spPr>
      </p:pic>
      <p:pic>
        <p:nvPicPr>
          <p:cNvPr id="18" name="Рисунок 17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E54A465C-DAF4-46B9-18B8-A4A66E4EB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562" y="3242966"/>
            <a:ext cx="3060457" cy="188992"/>
          </a:xfrm>
          <a:prstGeom prst="rect">
            <a:avLst/>
          </a:prstGeom>
        </p:spPr>
      </p:pic>
      <p:pic>
        <p:nvPicPr>
          <p:cNvPr id="19" name="Рисунок 18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B8C7C5A8-E16E-214B-2FB7-B9E292308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05560" y="3240010"/>
            <a:ext cx="3060457" cy="3060456"/>
          </a:xfrm>
          <a:prstGeom prst="rect">
            <a:avLst/>
          </a:prstGeom>
        </p:spPr>
      </p:pic>
      <p:pic>
        <p:nvPicPr>
          <p:cNvPr id="20" name="Рисунок 19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39361BB5-C398-828F-69E2-622F19C37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478" y="6114433"/>
            <a:ext cx="3060457" cy="188992"/>
          </a:xfrm>
          <a:prstGeom prst="rect">
            <a:avLst/>
          </a:prstGeom>
        </p:spPr>
      </p:pic>
      <p:pic>
        <p:nvPicPr>
          <p:cNvPr id="21" name="Рисунок 20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AE248C6B-78E4-FE1C-C29E-803103F88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9072" y="5440053"/>
            <a:ext cx="3060457" cy="188992"/>
          </a:xfrm>
          <a:prstGeom prst="rect">
            <a:avLst/>
          </a:prstGeom>
        </p:spPr>
      </p:pic>
      <p:pic>
        <p:nvPicPr>
          <p:cNvPr id="22" name="Рисунок 21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46507210-4E84-82D0-B8A3-04FA63361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477" y="4765673"/>
            <a:ext cx="3060457" cy="188992"/>
          </a:xfrm>
          <a:prstGeom prst="rect">
            <a:avLst/>
          </a:prstGeom>
        </p:spPr>
      </p:pic>
      <p:pic>
        <p:nvPicPr>
          <p:cNvPr id="23" name="Рисунок 22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51C0B20A-A6FE-EABE-B4F9-2D5765828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9071" y="4091293"/>
            <a:ext cx="3060457" cy="188992"/>
          </a:xfrm>
          <a:prstGeom prst="rect">
            <a:avLst/>
          </a:prstGeom>
        </p:spPr>
      </p:pic>
      <p:pic>
        <p:nvPicPr>
          <p:cNvPr id="24" name="Рисунок 23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0CBDA80B-AE17-F8E8-C954-C9431E8F8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477" y="3337461"/>
            <a:ext cx="3060457" cy="188992"/>
          </a:xfrm>
          <a:prstGeom prst="rect">
            <a:avLst/>
          </a:prstGeom>
        </p:spPr>
      </p:pic>
      <p:pic>
        <p:nvPicPr>
          <p:cNvPr id="25" name="Рисунок 24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57AB64ED-791B-8BAD-5E67-5E31057E7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9071" y="2623355"/>
            <a:ext cx="3060457" cy="188992"/>
          </a:xfrm>
          <a:prstGeom prst="rect">
            <a:avLst/>
          </a:prstGeom>
        </p:spPr>
      </p:pic>
      <p:pic>
        <p:nvPicPr>
          <p:cNvPr id="26" name="Рисунок 25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0A0D3ED2-D84C-6C37-7AF6-DA40900A5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477" y="1867194"/>
            <a:ext cx="3060457" cy="188992"/>
          </a:xfrm>
          <a:prstGeom prst="rect">
            <a:avLst/>
          </a:prstGeom>
        </p:spPr>
      </p:pic>
      <p:pic>
        <p:nvPicPr>
          <p:cNvPr id="27" name="Рисунок 2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87071A8-9B0D-6F90-CA79-5C9E2841D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4583" y="-14751"/>
            <a:ext cx="847417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3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5A47DF05-6505-8F83-A5C0-0C0EA903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689" y="1077362"/>
            <a:ext cx="2423311" cy="2351638"/>
          </a:xfrm>
          <a:prstGeom prst="rect">
            <a:avLst/>
          </a:prstGeom>
        </p:spPr>
      </p:pic>
      <p:pic>
        <p:nvPicPr>
          <p:cNvPr id="7" name="Рисунок 6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BAB7C332-39B3-FD6D-0861-995F5E874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86" y="399367"/>
            <a:ext cx="9415604" cy="913385"/>
          </a:xfrm>
          <a:prstGeom prst="rect">
            <a:avLst/>
          </a:prstGeom>
        </p:spPr>
      </p:pic>
      <p:pic>
        <p:nvPicPr>
          <p:cNvPr id="8" name="Рисунок 7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BB6EC0DE-D6BC-556D-E7AF-4983A2F8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86" y="1312752"/>
            <a:ext cx="887239" cy="5042781"/>
          </a:xfrm>
          <a:prstGeom prst="rect">
            <a:avLst/>
          </a:prstGeom>
        </p:spPr>
      </p:pic>
      <p:pic>
        <p:nvPicPr>
          <p:cNvPr id="9" name="Рисунок 8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E1848047-F62B-1E51-D439-D1180B060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52568">
            <a:off x="150727" y="3000389"/>
            <a:ext cx="8732032" cy="885394"/>
          </a:xfrm>
          <a:prstGeom prst="rect">
            <a:avLst/>
          </a:prstGeom>
        </p:spPr>
      </p:pic>
      <p:pic>
        <p:nvPicPr>
          <p:cNvPr id="10" name="Рисунок 9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240E9929-8E0F-2009-349F-929C36FF9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26" y="502466"/>
            <a:ext cx="5531375" cy="2365453"/>
          </a:xfrm>
          <a:prstGeom prst="rect">
            <a:avLst/>
          </a:prstGeom>
        </p:spPr>
      </p:pic>
      <p:pic>
        <p:nvPicPr>
          <p:cNvPr id="11" name="Рисунок 10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7E4A11EC-880A-00EB-5FB9-1539C010F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912" y="907609"/>
            <a:ext cx="1760175" cy="1182726"/>
          </a:xfrm>
          <a:prstGeom prst="rect">
            <a:avLst/>
          </a:prstGeom>
        </p:spPr>
      </p:pic>
      <p:pic>
        <p:nvPicPr>
          <p:cNvPr id="12" name="Рисунок 11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83F2970D-7A33-42E7-5095-00BF33656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55032">
            <a:off x="671182" y="2011248"/>
            <a:ext cx="4088612" cy="2241046"/>
          </a:xfrm>
          <a:prstGeom prst="rect">
            <a:avLst/>
          </a:prstGeom>
        </p:spPr>
      </p:pic>
      <p:pic>
        <p:nvPicPr>
          <p:cNvPr id="13" name="Рисунок 12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7E1CF1F4-8DBB-EAB0-31F2-86941471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53" y="4482013"/>
            <a:ext cx="1139325" cy="106323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4DD939F-D48E-C242-2A80-54810C37C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311" y="1781797"/>
            <a:ext cx="7608467" cy="5828281"/>
          </a:xfrm>
          <a:prstGeom prst="rect">
            <a:avLst/>
          </a:prstGeom>
        </p:spPr>
      </p:pic>
      <p:pic>
        <p:nvPicPr>
          <p:cNvPr id="15" name="Рисунок 14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5A922379-8F2E-E35D-D24A-AA862E188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690" y="1077362"/>
            <a:ext cx="2423311" cy="4703276"/>
          </a:xfrm>
          <a:prstGeom prst="rect">
            <a:avLst/>
          </a:prstGeom>
        </p:spPr>
      </p:pic>
      <p:pic>
        <p:nvPicPr>
          <p:cNvPr id="17" name="Рисунок 16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7AC2B1D9-D4E0-EE2A-F314-546977411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890" y="1781796"/>
            <a:ext cx="727805" cy="5216532"/>
          </a:xfrm>
          <a:prstGeom prst="rect">
            <a:avLst/>
          </a:prstGeom>
        </p:spPr>
      </p:pic>
      <p:pic>
        <p:nvPicPr>
          <p:cNvPr id="18" name="Рисунок 17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B2EAA185-BD46-DBE6-CDA5-F80BE01BB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086" y="2867918"/>
            <a:ext cx="2020017" cy="4264176"/>
          </a:xfrm>
          <a:prstGeom prst="rect">
            <a:avLst/>
          </a:prstGeom>
        </p:spPr>
      </p:pic>
      <p:pic>
        <p:nvPicPr>
          <p:cNvPr id="19" name="Рисунок 18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A9B4CA84-25AB-F985-19F5-61AC72B0E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180" y="3907849"/>
            <a:ext cx="2426418" cy="3090479"/>
          </a:xfrm>
          <a:prstGeom prst="rect">
            <a:avLst/>
          </a:prstGeom>
        </p:spPr>
      </p:pic>
      <p:pic>
        <p:nvPicPr>
          <p:cNvPr id="20" name="Рисунок 19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D50AD4BE-2994-4329-D732-C6A899B0D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673" y="4950943"/>
            <a:ext cx="1469612" cy="2353260"/>
          </a:xfrm>
          <a:prstGeom prst="rect">
            <a:avLst/>
          </a:prstGeom>
        </p:spPr>
      </p:pic>
      <p:pic>
        <p:nvPicPr>
          <p:cNvPr id="21" name="Рисунок 20">
            <a:hlinkHover r:id="" action="ppaction://hlinkshowjump?jump=firstslide"/>
            <a:extLst>
              <a:ext uri="{FF2B5EF4-FFF2-40B4-BE49-F238E27FC236}">
                <a16:creationId xmlns:a16="http://schemas.microsoft.com/office/drawing/2014/main" id="{2F9CF265-4DD8-9E0C-C7CD-67FDF569B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71" y="5994037"/>
            <a:ext cx="1510213" cy="2353260"/>
          </a:xfrm>
          <a:prstGeom prst="rect">
            <a:avLst/>
          </a:prstGeom>
        </p:spPr>
      </p:pic>
      <p:pic>
        <p:nvPicPr>
          <p:cNvPr id="22" name="Рисунок 2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8E84B4E-A408-D6D2-7F14-527FF56D6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4583" y="6230058"/>
            <a:ext cx="847417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46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D5D703-A5CD-FB4B-795F-81E308E4A354}"/>
              </a:ext>
            </a:extLst>
          </p:cNvPr>
          <p:cNvSpPr txBox="1"/>
          <p:nvPr/>
        </p:nvSpPr>
        <p:spPr>
          <a:xfrm>
            <a:off x="208230" y="428178"/>
            <a:ext cx="118871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Bauhaus 93" panose="04030905020B02020C02" pitchFamily="82" charset="0"/>
              </a:rPr>
              <a:t>Please wait for update the game! Now: 4 levels</a:t>
            </a:r>
            <a:endParaRPr lang="ru-RU" sz="9600" dirty="0"/>
          </a:p>
        </p:txBody>
      </p:sp>
    </p:spTree>
    <p:extLst>
      <p:ext uri="{BB962C8B-B14F-4D97-AF65-F5344CB8AC3E}">
        <p14:creationId xmlns:p14="http://schemas.microsoft.com/office/powerpoint/2010/main" val="3534363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23</Words>
  <Application>Microsoft Office PowerPoint</Application>
  <PresentationFormat>Широкоэкранный</PresentationFormat>
  <Paragraphs>8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Arial Black</vt:lpstr>
      <vt:lpstr>Bauhaus 93</vt:lpstr>
      <vt:lpstr>Bernard MT Condensed</vt:lpstr>
      <vt:lpstr>Broadway</vt:lpstr>
      <vt:lpstr>Calibri</vt:lpstr>
      <vt:lpstr>Calibri Light</vt:lpstr>
      <vt:lpstr>Copperplate Gothic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 Poet Quaf</dc:creator>
  <cp:lastModifiedBy>da Poet Quaf</cp:lastModifiedBy>
  <cp:revision>4</cp:revision>
  <dcterms:created xsi:type="dcterms:W3CDTF">2025-12-31T10:25:19Z</dcterms:created>
  <dcterms:modified xsi:type="dcterms:W3CDTF">2025-12-31T16:31:28Z</dcterms:modified>
</cp:coreProperties>
</file>